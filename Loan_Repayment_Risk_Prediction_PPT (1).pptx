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74"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3960" autoAdjust="0"/>
    <p:restoredTop sz="94660"/>
  </p:normalViewPr>
  <p:slideViewPr>
    <p:cSldViewPr snapToGrid="0" snapToObjects="1">
      <p:cViewPr varScale="1">
        <p:scale>
          <a:sx n="59" d="100"/>
          <a:sy n="59" d="100"/>
        </p:scale>
        <p:origin x="796" y="5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nthosh kamatam" userId="ace7f403f454c1f4" providerId="LiveId" clId="{3EDEE2FD-C750-4449-94A9-D042CCB07AA2}"/>
    <pc:docChg chg="modSld">
      <pc:chgData name="santhosh kamatam" userId="ace7f403f454c1f4" providerId="LiveId" clId="{3EDEE2FD-C750-4449-94A9-D042CCB07AA2}" dt="2025-12-26T17:44:05.545" v="8"/>
      <pc:docMkLst>
        <pc:docMk/>
      </pc:docMkLst>
      <pc:sldChg chg="modSp mod">
        <pc:chgData name="santhosh kamatam" userId="ace7f403f454c1f4" providerId="LiveId" clId="{3EDEE2FD-C750-4449-94A9-D042CCB07AA2}" dt="2025-12-26T17:44:05.545" v="8"/>
        <pc:sldMkLst>
          <pc:docMk/>
          <pc:sldMk cId="0" sldId="256"/>
        </pc:sldMkLst>
        <pc:spChg chg="mod">
          <ac:chgData name="santhosh kamatam" userId="ace7f403f454c1f4" providerId="LiveId" clId="{3EDEE2FD-C750-4449-94A9-D042CCB07AA2}" dt="2025-12-26T17:44:05.545" v="8"/>
          <ac:spMkLst>
            <pc:docMk/>
            <pc:sldMk cId="0" sldId="256"/>
            <ac:spMk id="2" creationId="{00000000-0000-0000-0000-000000000000}"/>
          </ac:spMkLst>
        </pc:spChg>
        <pc:spChg chg="mod">
          <ac:chgData name="santhosh kamatam" userId="ace7f403f454c1f4" providerId="LiveId" clId="{3EDEE2FD-C750-4449-94A9-D042CCB07AA2}" dt="2025-12-26T17:43:20.062" v="7" actId="20577"/>
          <ac:spMkLst>
            <pc:docMk/>
            <pc:sldMk cId="0" sldId="256"/>
            <ac:spMk id="3" creationId="{00000000-0000-0000-0000-000000000000}"/>
          </ac:spMkLst>
        </pc:spChg>
      </pc:sldChg>
      <pc:sldChg chg="modSp">
        <pc:chgData name="santhosh kamatam" userId="ace7f403f454c1f4" providerId="LiveId" clId="{3EDEE2FD-C750-4449-94A9-D042CCB07AA2}" dt="2025-12-26T17:44:05.545" v="8"/>
        <pc:sldMkLst>
          <pc:docMk/>
          <pc:sldMk cId="0" sldId="257"/>
        </pc:sldMkLst>
        <pc:spChg chg="mod">
          <ac:chgData name="santhosh kamatam" userId="ace7f403f454c1f4" providerId="LiveId" clId="{3EDEE2FD-C750-4449-94A9-D042CCB07AA2}" dt="2025-12-26T17:44:05.545" v="8"/>
          <ac:spMkLst>
            <pc:docMk/>
            <pc:sldMk cId="0" sldId="257"/>
            <ac:spMk id="2" creationId="{00000000-0000-0000-0000-000000000000}"/>
          </ac:spMkLst>
        </pc:spChg>
        <pc:spChg chg="mod">
          <ac:chgData name="santhosh kamatam" userId="ace7f403f454c1f4" providerId="LiveId" clId="{3EDEE2FD-C750-4449-94A9-D042CCB07AA2}" dt="2025-12-26T17:44:05.545" v="8"/>
          <ac:spMkLst>
            <pc:docMk/>
            <pc:sldMk cId="0" sldId="257"/>
            <ac:spMk id="3" creationId="{00000000-0000-0000-0000-000000000000}"/>
          </ac:spMkLst>
        </pc:spChg>
      </pc:sldChg>
      <pc:sldChg chg="modSp">
        <pc:chgData name="santhosh kamatam" userId="ace7f403f454c1f4" providerId="LiveId" clId="{3EDEE2FD-C750-4449-94A9-D042CCB07AA2}" dt="2025-12-26T17:44:05.545" v="8"/>
        <pc:sldMkLst>
          <pc:docMk/>
          <pc:sldMk cId="0" sldId="258"/>
        </pc:sldMkLst>
        <pc:spChg chg="mod">
          <ac:chgData name="santhosh kamatam" userId="ace7f403f454c1f4" providerId="LiveId" clId="{3EDEE2FD-C750-4449-94A9-D042CCB07AA2}" dt="2025-12-26T17:44:05.545" v="8"/>
          <ac:spMkLst>
            <pc:docMk/>
            <pc:sldMk cId="0" sldId="258"/>
            <ac:spMk id="2" creationId="{00000000-0000-0000-0000-000000000000}"/>
          </ac:spMkLst>
        </pc:spChg>
        <pc:spChg chg="mod">
          <ac:chgData name="santhosh kamatam" userId="ace7f403f454c1f4" providerId="LiveId" clId="{3EDEE2FD-C750-4449-94A9-D042CCB07AA2}" dt="2025-12-26T17:44:05.545" v="8"/>
          <ac:spMkLst>
            <pc:docMk/>
            <pc:sldMk cId="0" sldId="258"/>
            <ac:spMk id="3" creationId="{00000000-0000-0000-0000-000000000000}"/>
          </ac:spMkLst>
        </pc:spChg>
      </pc:sldChg>
      <pc:sldChg chg="modSp">
        <pc:chgData name="santhosh kamatam" userId="ace7f403f454c1f4" providerId="LiveId" clId="{3EDEE2FD-C750-4449-94A9-D042CCB07AA2}" dt="2025-12-26T17:44:05.545" v="8"/>
        <pc:sldMkLst>
          <pc:docMk/>
          <pc:sldMk cId="0" sldId="259"/>
        </pc:sldMkLst>
        <pc:spChg chg="mod">
          <ac:chgData name="santhosh kamatam" userId="ace7f403f454c1f4" providerId="LiveId" clId="{3EDEE2FD-C750-4449-94A9-D042CCB07AA2}" dt="2025-12-26T17:44:05.545" v="8"/>
          <ac:spMkLst>
            <pc:docMk/>
            <pc:sldMk cId="0" sldId="259"/>
            <ac:spMk id="2" creationId="{00000000-0000-0000-0000-000000000000}"/>
          </ac:spMkLst>
        </pc:spChg>
        <pc:spChg chg="mod">
          <ac:chgData name="santhosh kamatam" userId="ace7f403f454c1f4" providerId="LiveId" clId="{3EDEE2FD-C750-4449-94A9-D042CCB07AA2}" dt="2025-12-26T17:44:05.545" v="8"/>
          <ac:spMkLst>
            <pc:docMk/>
            <pc:sldMk cId="0" sldId="259"/>
            <ac:spMk id="3" creationId="{00000000-0000-0000-0000-000000000000}"/>
          </ac:spMkLst>
        </pc:spChg>
      </pc:sldChg>
      <pc:sldChg chg="modSp">
        <pc:chgData name="santhosh kamatam" userId="ace7f403f454c1f4" providerId="LiveId" clId="{3EDEE2FD-C750-4449-94A9-D042CCB07AA2}" dt="2025-12-26T17:44:05.545" v="8"/>
        <pc:sldMkLst>
          <pc:docMk/>
          <pc:sldMk cId="0" sldId="260"/>
        </pc:sldMkLst>
        <pc:spChg chg="mod">
          <ac:chgData name="santhosh kamatam" userId="ace7f403f454c1f4" providerId="LiveId" clId="{3EDEE2FD-C750-4449-94A9-D042CCB07AA2}" dt="2025-12-26T17:44:05.545" v="8"/>
          <ac:spMkLst>
            <pc:docMk/>
            <pc:sldMk cId="0" sldId="260"/>
            <ac:spMk id="2" creationId="{00000000-0000-0000-0000-000000000000}"/>
          </ac:spMkLst>
        </pc:spChg>
        <pc:spChg chg="mod">
          <ac:chgData name="santhosh kamatam" userId="ace7f403f454c1f4" providerId="LiveId" clId="{3EDEE2FD-C750-4449-94A9-D042CCB07AA2}" dt="2025-12-26T17:44:05.545" v="8"/>
          <ac:spMkLst>
            <pc:docMk/>
            <pc:sldMk cId="0" sldId="260"/>
            <ac:spMk id="3" creationId="{00000000-0000-0000-0000-000000000000}"/>
          </ac:spMkLst>
        </pc:spChg>
      </pc:sldChg>
      <pc:sldChg chg="modSp">
        <pc:chgData name="santhosh kamatam" userId="ace7f403f454c1f4" providerId="LiveId" clId="{3EDEE2FD-C750-4449-94A9-D042CCB07AA2}" dt="2025-12-26T17:44:05.545" v="8"/>
        <pc:sldMkLst>
          <pc:docMk/>
          <pc:sldMk cId="0" sldId="261"/>
        </pc:sldMkLst>
        <pc:spChg chg="mod">
          <ac:chgData name="santhosh kamatam" userId="ace7f403f454c1f4" providerId="LiveId" clId="{3EDEE2FD-C750-4449-94A9-D042CCB07AA2}" dt="2025-12-26T17:44:05.545" v="8"/>
          <ac:spMkLst>
            <pc:docMk/>
            <pc:sldMk cId="0" sldId="261"/>
            <ac:spMk id="2" creationId="{00000000-0000-0000-0000-000000000000}"/>
          </ac:spMkLst>
        </pc:spChg>
        <pc:spChg chg="mod">
          <ac:chgData name="santhosh kamatam" userId="ace7f403f454c1f4" providerId="LiveId" clId="{3EDEE2FD-C750-4449-94A9-D042CCB07AA2}" dt="2025-12-26T17:44:05.545" v="8"/>
          <ac:spMkLst>
            <pc:docMk/>
            <pc:sldMk cId="0" sldId="261"/>
            <ac:spMk id="3" creationId="{00000000-0000-0000-0000-000000000000}"/>
          </ac:spMkLst>
        </pc:spChg>
      </pc:sldChg>
      <pc:sldChg chg="modSp">
        <pc:chgData name="santhosh kamatam" userId="ace7f403f454c1f4" providerId="LiveId" clId="{3EDEE2FD-C750-4449-94A9-D042CCB07AA2}" dt="2025-12-26T17:44:05.545" v="8"/>
        <pc:sldMkLst>
          <pc:docMk/>
          <pc:sldMk cId="0" sldId="262"/>
        </pc:sldMkLst>
        <pc:spChg chg="mod">
          <ac:chgData name="santhosh kamatam" userId="ace7f403f454c1f4" providerId="LiveId" clId="{3EDEE2FD-C750-4449-94A9-D042CCB07AA2}" dt="2025-12-26T17:44:05.545" v="8"/>
          <ac:spMkLst>
            <pc:docMk/>
            <pc:sldMk cId="0" sldId="262"/>
            <ac:spMk id="2" creationId="{00000000-0000-0000-0000-000000000000}"/>
          </ac:spMkLst>
        </pc:spChg>
        <pc:spChg chg="mod">
          <ac:chgData name="santhosh kamatam" userId="ace7f403f454c1f4" providerId="LiveId" clId="{3EDEE2FD-C750-4449-94A9-D042CCB07AA2}" dt="2025-12-26T17:44:05.545" v="8"/>
          <ac:spMkLst>
            <pc:docMk/>
            <pc:sldMk cId="0" sldId="262"/>
            <ac:spMk id="3" creationId="{00000000-0000-0000-0000-000000000000}"/>
          </ac:spMkLst>
        </pc:spChg>
      </pc:sldChg>
      <pc:sldChg chg="modSp">
        <pc:chgData name="santhosh kamatam" userId="ace7f403f454c1f4" providerId="LiveId" clId="{3EDEE2FD-C750-4449-94A9-D042CCB07AA2}" dt="2025-12-26T17:44:05.545" v="8"/>
        <pc:sldMkLst>
          <pc:docMk/>
          <pc:sldMk cId="0" sldId="263"/>
        </pc:sldMkLst>
        <pc:spChg chg="mod">
          <ac:chgData name="santhosh kamatam" userId="ace7f403f454c1f4" providerId="LiveId" clId="{3EDEE2FD-C750-4449-94A9-D042CCB07AA2}" dt="2025-12-26T17:44:05.545" v="8"/>
          <ac:spMkLst>
            <pc:docMk/>
            <pc:sldMk cId="0" sldId="263"/>
            <ac:spMk id="2" creationId="{00000000-0000-0000-0000-000000000000}"/>
          </ac:spMkLst>
        </pc:spChg>
        <pc:spChg chg="mod">
          <ac:chgData name="santhosh kamatam" userId="ace7f403f454c1f4" providerId="LiveId" clId="{3EDEE2FD-C750-4449-94A9-D042CCB07AA2}" dt="2025-12-26T17:44:05.545" v="8"/>
          <ac:spMkLst>
            <pc:docMk/>
            <pc:sldMk cId="0" sldId="263"/>
            <ac:spMk id="3" creationId="{00000000-0000-0000-0000-000000000000}"/>
          </ac:spMkLst>
        </pc:spChg>
      </pc:sldChg>
      <pc:sldChg chg="modSp">
        <pc:chgData name="santhosh kamatam" userId="ace7f403f454c1f4" providerId="LiveId" clId="{3EDEE2FD-C750-4449-94A9-D042CCB07AA2}" dt="2025-12-26T17:44:05.545" v="8"/>
        <pc:sldMkLst>
          <pc:docMk/>
          <pc:sldMk cId="0" sldId="264"/>
        </pc:sldMkLst>
        <pc:spChg chg="mod">
          <ac:chgData name="santhosh kamatam" userId="ace7f403f454c1f4" providerId="LiveId" clId="{3EDEE2FD-C750-4449-94A9-D042CCB07AA2}" dt="2025-12-26T17:44:05.545" v="8"/>
          <ac:spMkLst>
            <pc:docMk/>
            <pc:sldMk cId="0" sldId="264"/>
            <ac:spMk id="2" creationId="{00000000-0000-0000-0000-000000000000}"/>
          </ac:spMkLst>
        </pc:spChg>
      </pc:sldChg>
      <pc:sldChg chg="modSp">
        <pc:chgData name="santhosh kamatam" userId="ace7f403f454c1f4" providerId="LiveId" clId="{3EDEE2FD-C750-4449-94A9-D042CCB07AA2}" dt="2025-12-26T17:44:05.545" v="8"/>
        <pc:sldMkLst>
          <pc:docMk/>
          <pc:sldMk cId="0" sldId="265"/>
        </pc:sldMkLst>
        <pc:spChg chg="mod">
          <ac:chgData name="santhosh kamatam" userId="ace7f403f454c1f4" providerId="LiveId" clId="{3EDEE2FD-C750-4449-94A9-D042CCB07AA2}" dt="2025-12-26T17:44:05.545" v="8"/>
          <ac:spMkLst>
            <pc:docMk/>
            <pc:sldMk cId="0" sldId="265"/>
            <ac:spMk id="2" creationId="{00000000-0000-0000-0000-000000000000}"/>
          </ac:spMkLst>
        </pc:spChg>
        <pc:spChg chg="mod">
          <ac:chgData name="santhosh kamatam" userId="ace7f403f454c1f4" providerId="LiveId" clId="{3EDEE2FD-C750-4449-94A9-D042CCB07AA2}" dt="2025-12-26T17:44:05.545" v="8"/>
          <ac:spMkLst>
            <pc:docMk/>
            <pc:sldMk cId="0" sldId="265"/>
            <ac:spMk id="3" creationId="{00000000-0000-0000-0000-000000000000}"/>
          </ac:spMkLst>
        </pc:spChg>
      </pc:sldChg>
      <pc:sldChg chg="modSp">
        <pc:chgData name="santhosh kamatam" userId="ace7f403f454c1f4" providerId="LiveId" clId="{3EDEE2FD-C750-4449-94A9-D042CCB07AA2}" dt="2025-12-26T17:44:05.545" v="8"/>
        <pc:sldMkLst>
          <pc:docMk/>
          <pc:sldMk cId="0" sldId="266"/>
        </pc:sldMkLst>
        <pc:spChg chg="mod">
          <ac:chgData name="santhosh kamatam" userId="ace7f403f454c1f4" providerId="LiveId" clId="{3EDEE2FD-C750-4449-94A9-D042CCB07AA2}" dt="2025-12-26T17:44:05.545" v="8"/>
          <ac:spMkLst>
            <pc:docMk/>
            <pc:sldMk cId="0" sldId="266"/>
            <ac:spMk id="2" creationId="{00000000-0000-0000-0000-000000000000}"/>
          </ac:spMkLst>
        </pc:spChg>
        <pc:spChg chg="mod">
          <ac:chgData name="santhosh kamatam" userId="ace7f403f454c1f4" providerId="LiveId" clId="{3EDEE2FD-C750-4449-94A9-D042CCB07AA2}" dt="2025-12-26T17:44:05.545" v="8"/>
          <ac:spMkLst>
            <pc:docMk/>
            <pc:sldMk cId="0" sldId="266"/>
            <ac:spMk id="3" creationId="{00000000-0000-0000-0000-000000000000}"/>
          </ac:spMkLst>
        </pc:spChg>
      </pc:sldChg>
      <pc:sldChg chg="modSp">
        <pc:chgData name="santhosh kamatam" userId="ace7f403f454c1f4" providerId="LiveId" clId="{3EDEE2FD-C750-4449-94A9-D042CCB07AA2}" dt="2025-12-26T17:44:05.545" v="8"/>
        <pc:sldMkLst>
          <pc:docMk/>
          <pc:sldMk cId="0" sldId="267"/>
        </pc:sldMkLst>
        <pc:spChg chg="mod">
          <ac:chgData name="santhosh kamatam" userId="ace7f403f454c1f4" providerId="LiveId" clId="{3EDEE2FD-C750-4449-94A9-D042CCB07AA2}" dt="2025-12-26T17:44:05.545" v="8"/>
          <ac:spMkLst>
            <pc:docMk/>
            <pc:sldMk cId="0" sldId="267"/>
            <ac:spMk id="2" creationId="{00000000-0000-0000-0000-000000000000}"/>
          </ac:spMkLst>
        </pc:spChg>
        <pc:spChg chg="mod">
          <ac:chgData name="santhosh kamatam" userId="ace7f403f454c1f4" providerId="LiveId" clId="{3EDEE2FD-C750-4449-94A9-D042CCB07AA2}" dt="2025-12-26T17:44:05.545" v="8"/>
          <ac:spMkLst>
            <pc:docMk/>
            <pc:sldMk cId="0" sldId="267"/>
            <ac:spMk id="3" creationId="{00000000-0000-0000-0000-000000000000}"/>
          </ac:spMkLst>
        </pc:spChg>
      </pc:sldChg>
      <pc:sldChg chg="modSp">
        <pc:chgData name="santhosh kamatam" userId="ace7f403f454c1f4" providerId="LiveId" clId="{3EDEE2FD-C750-4449-94A9-D042CCB07AA2}" dt="2025-12-26T17:44:05.545" v="8"/>
        <pc:sldMkLst>
          <pc:docMk/>
          <pc:sldMk cId="0" sldId="268"/>
        </pc:sldMkLst>
        <pc:spChg chg="mod">
          <ac:chgData name="santhosh kamatam" userId="ace7f403f454c1f4" providerId="LiveId" clId="{3EDEE2FD-C750-4449-94A9-D042CCB07AA2}" dt="2025-12-26T17:44:05.545" v="8"/>
          <ac:spMkLst>
            <pc:docMk/>
            <pc:sldMk cId="0" sldId="268"/>
            <ac:spMk id="2" creationId="{00000000-0000-0000-0000-000000000000}"/>
          </ac:spMkLst>
        </pc:spChg>
        <pc:spChg chg="mod">
          <ac:chgData name="santhosh kamatam" userId="ace7f403f454c1f4" providerId="LiveId" clId="{3EDEE2FD-C750-4449-94A9-D042CCB07AA2}" dt="2025-12-26T17:44:05.545" v="8"/>
          <ac:spMkLst>
            <pc:docMk/>
            <pc:sldMk cId="0" sldId="268"/>
            <ac:spMk id="3" creationId="{00000000-0000-0000-0000-000000000000}"/>
          </ac:spMkLst>
        </pc:spChg>
      </pc:sldChg>
      <pc:sldChg chg="modSp">
        <pc:chgData name="santhosh kamatam" userId="ace7f403f454c1f4" providerId="LiveId" clId="{3EDEE2FD-C750-4449-94A9-D042CCB07AA2}" dt="2025-12-26T17:44:05.545" v="8"/>
        <pc:sldMkLst>
          <pc:docMk/>
          <pc:sldMk cId="0" sldId="269"/>
        </pc:sldMkLst>
        <pc:spChg chg="mod">
          <ac:chgData name="santhosh kamatam" userId="ace7f403f454c1f4" providerId="LiveId" clId="{3EDEE2FD-C750-4449-94A9-D042CCB07AA2}" dt="2025-12-26T17:44:05.545" v="8"/>
          <ac:spMkLst>
            <pc:docMk/>
            <pc:sldMk cId="0" sldId="269"/>
            <ac:spMk id="2" creationId="{00000000-0000-0000-0000-000000000000}"/>
          </ac:spMkLst>
        </pc:spChg>
        <pc:spChg chg="mod">
          <ac:chgData name="santhosh kamatam" userId="ace7f403f454c1f4" providerId="LiveId" clId="{3EDEE2FD-C750-4449-94A9-D042CCB07AA2}" dt="2025-12-26T17:44:05.545" v="8"/>
          <ac:spMkLst>
            <pc:docMk/>
            <pc:sldMk cId="0" sldId="269"/>
            <ac:spMk id="3" creationId="{00000000-0000-0000-0000-000000000000}"/>
          </ac:spMkLst>
        </pc:spChg>
      </pc:sldChg>
      <pc:sldChg chg="modSp">
        <pc:chgData name="santhosh kamatam" userId="ace7f403f454c1f4" providerId="LiveId" clId="{3EDEE2FD-C750-4449-94A9-D042CCB07AA2}" dt="2025-12-26T17:44:05.545" v="8"/>
        <pc:sldMkLst>
          <pc:docMk/>
          <pc:sldMk cId="0" sldId="270"/>
        </pc:sldMkLst>
        <pc:spChg chg="mod">
          <ac:chgData name="santhosh kamatam" userId="ace7f403f454c1f4" providerId="LiveId" clId="{3EDEE2FD-C750-4449-94A9-D042CCB07AA2}" dt="2025-12-26T17:44:05.545" v="8"/>
          <ac:spMkLst>
            <pc:docMk/>
            <pc:sldMk cId="0" sldId="270"/>
            <ac:spMk id="2" creationId="{00000000-0000-0000-0000-000000000000}"/>
          </ac:spMkLst>
        </pc:spChg>
        <pc:spChg chg="mod">
          <ac:chgData name="santhosh kamatam" userId="ace7f403f454c1f4" providerId="LiveId" clId="{3EDEE2FD-C750-4449-94A9-D042CCB07AA2}" dt="2025-12-26T17:44:05.545" v="8"/>
          <ac:spMkLst>
            <pc:docMk/>
            <pc:sldMk cId="0" sldId="270"/>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04AB01-79C7-41E7-8B6A-6BD758B0FE46}" type="datetimeFigureOut">
              <a:rPr lang="en-US" smtClean="0"/>
              <a:t>12/26/2025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A35F48D-30A5-4288-897C-CDCD5FC82DBE}" type="slidenum">
              <a:rPr lang="en-US" smtClean="0"/>
              <a:t>‹#›</a:t>
            </a:fld>
            <a:endParaRPr lang="en-US"/>
          </a:p>
        </p:txBody>
      </p:sp>
    </p:spTree>
    <p:extLst>
      <p:ext uri="{BB962C8B-B14F-4D97-AF65-F5344CB8AC3E}">
        <p14:creationId xmlns:p14="http://schemas.microsoft.com/office/powerpoint/2010/main" val="8590582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8466" y="-8468"/>
            <a:ext cx="9171316" cy="6874935"/>
            <a:chOff x="-8466" y="-8468"/>
            <a:chExt cx="9171316" cy="6874935"/>
          </a:xfrm>
        </p:grpSpPr>
        <p:cxnSp>
          <p:nvCxnSpPr>
            <p:cNvPr id="28" name="Straight Connector 27"/>
            <p:cNvCxnSpPr/>
            <p:nvPr/>
          </p:nvCxnSpPr>
          <p:spPr>
            <a:xfrm flipV="1">
              <a:off x="5130830" y="4175605"/>
              <a:ext cx="4022475" cy="2682396"/>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p:nvCxnSpPr>
          <p:spPr>
            <a:xfrm>
              <a:off x="7042707"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30" name="Freeform 2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Freeform 3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2" name="Freeform 3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33" name="Freeform 3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4" name="Freeform 3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5" name="Freeform 34"/>
            <p:cNvSpPr/>
            <p:nvPr/>
          </p:nvSpPr>
          <p:spPr>
            <a:xfrm>
              <a:off x="8094165"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2">
                <a:lumMod val="75000"/>
                <a:alpha val="82000"/>
              </a:schemeClr>
            </a:solidFill>
            <a:ln>
              <a:noFill/>
            </a:ln>
            <a:effectLst/>
          </p:spPr>
          <p:style>
            <a:lnRef idx="1">
              <a:schemeClr val="accent1"/>
            </a:lnRef>
            <a:fillRef idx="3">
              <a:schemeClr val="accent1"/>
            </a:fillRef>
            <a:effectRef idx="2">
              <a:schemeClr val="accent1"/>
            </a:effectRef>
            <a:fontRef idx="minor">
              <a:schemeClr val="lt1"/>
            </a:fontRef>
          </p:style>
        </p:sp>
        <p:sp>
          <p:nvSpPr>
            <p:cNvPr id="36" name="Freeform 35"/>
            <p:cNvSpPr/>
            <p:nvPr/>
          </p:nvSpPr>
          <p:spPr>
            <a:xfrm>
              <a:off x="8068764"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1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537400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47577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7774402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12/26/2025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333411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12/26/2025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461128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12/26/2025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301833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12/26/2025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346477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283288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900940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042808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4562275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78933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9589384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5481668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7585438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240545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71317" cy="6874935"/>
            <a:chOff x="-8467" y="-8468"/>
            <a:chExt cx="9171317"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p:cNvCxnSpPr/>
            <p:nvPr/>
          </p:nvCxnSpPr>
          <p:spPr>
            <a:xfrm flipV="1">
              <a:off x="5130830" y="4175605"/>
              <a:ext cx="4022475" cy="2682396"/>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94165"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2">
                <a:lumMod val="75000"/>
                <a:alpha val="8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8764"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BCAD085-E8A6-8845-BD4E-CB4CCA059FC4}" type="datetimeFigureOut">
              <a:rPr lang="en-US" smtClean="0"/>
              <a:t>12/26/2025</a:t>
            </a:fld>
            <a:endParaRPr lang="en-US"/>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444890365"/>
      </p:ext>
    </p:extLst>
  </p:cSld>
  <p:clrMap bg1="lt1" tx1="dk1" bg2="lt2" tx2="dk2" accent1="accent1" accent2="accent2" accent3="accent3" accent4="accent4" accent5="accent5" accent6="accent6" hlink="hlink" folHlink="folHlink"/>
  <p:sldLayoutIdLst>
    <p:sldLayoutId id="2147483775" r:id="rId1"/>
    <p:sldLayoutId id="2147483776" r:id="rId2"/>
    <p:sldLayoutId id="2147483777" r:id="rId3"/>
    <p:sldLayoutId id="2147483778" r:id="rId4"/>
    <p:sldLayoutId id="2147483779" r:id="rId5"/>
    <p:sldLayoutId id="2147483780" r:id="rId6"/>
    <p:sldLayoutId id="2147483781" r:id="rId7"/>
    <p:sldLayoutId id="2147483782" r:id="rId8"/>
    <p:sldLayoutId id="2147483783" r:id="rId9"/>
    <p:sldLayoutId id="2147483784" r:id="rId10"/>
    <p:sldLayoutId id="2147483785" r:id="rId11"/>
    <p:sldLayoutId id="2147483786" r:id="rId12"/>
    <p:sldLayoutId id="2147483787" r:id="rId13"/>
    <p:sldLayoutId id="2147483788" r:id="rId14"/>
    <p:sldLayoutId id="2147483789" r:id="rId15"/>
    <p:sldLayoutId id="2147483790"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Loan Repayment Risk Prediction</a:t>
            </a:r>
          </a:p>
          <a:p>
            <a:r>
              <a:t>using Logistic Regression</a:t>
            </a:r>
          </a:p>
        </p:txBody>
      </p:sp>
      <p:sp>
        <p:nvSpPr>
          <p:cNvPr id="3" name="Content Placeholder 2"/>
          <p:cNvSpPr>
            <a:spLocks noGrp="1"/>
          </p:cNvSpPr>
          <p:nvPr>
            <p:ph idx="1"/>
          </p:nvPr>
        </p:nvSpPr>
        <p:spPr>
          <a:xfrm>
            <a:off x="609598" y="1930400"/>
            <a:ext cx="6466115" cy="2225041"/>
          </a:xfrm>
        </p:spPr>
        <p:txBody>
          <a:bodyPr>
            <a:normAutofit/>
          </a:bodyPr>
          <a:lstStyle/>
          <a:p>
            <a:pPr marL="0" indent="0">
              <a:buNone/>
            </a:pPr>
            <a:r>
              <a:rPr lang="en-US" dirty="0">
                <a:ln w="0"/>
                <a:solidFill>
                  <a:schemeClr val="tx1"/>
                </a:solidFill>
                <a:effectLst>
                  <a:outerShdw blurRad="38100" dist="19050" dir="2700000" algn="tl" rotWithShape="0">
                    <a:schemeClr val="dk1">
                      <a:alpha val="40000"/>
                    </a:schemeClr>
                  </a:outerShdw>
                </a:effectLst>
              </a:rPr>
              <a:t>College</a:t>
            </a:r>
            <a:r>
              <a:rPr lang="en-US" dirty="0"/>
              <a:t>: </a:t>
            </a:r>
            <a:r>
              <a:rPr lang="en-US" i="0" dirty="0">
                <a:solidFill>
                  <a:schemeClr val="tx1"/>
                </a:solidFill>
                <a:effectLst/>
                <a:latin typeface="Google Sans"/>
              </a:rPr>
              <a:t>Sri Venkateswara College Of Engineering &amp; Technology</a:t>
            </a:r>
            <a:endParaRPr lang="en-US" dirty="0">
              <a:solidFill>
                <a:schemeClr val="tx1"/>
              </a:solidFill>
            </a:endParaRPr>
          </a:p>
          <a:p>
            <a:pPr marL="0" indent="0">
              <a:buNone/>
            </a:pPr>
            <a:r>
              <a:rPr lang="en-US" dirty="0">
                <a:ln w="0"/>
                <a:solidFill>
                  <a:schemeClr val="tx1"/>
                </a:solidFill>
                <a:effectLst>
                  <a:outerShdw blurRad="38100" dist="19050" dir="2700000" algn="tl" rotWithShape="0">
                    <a:schemeClr val="dk1">
                      <a:alpha val="40000"/>
                    </a:schemeClr>
                  </a:outerShdw>
                </a:effectLst>
              </a:rPr>
              <a:t>Department</a:t>
            </a:r>
            <a:r>
              <a:rPr lang="en-US" dirty="0"/>
              <a:t>: B.Tech</a:t>
            </a:r>
          </a:p>
          <a:p>
            <a:pPr marL="0" indent="0">
              <a:buNone/>
            </a:pPr>
            <a:r>
              <a:rPr lang="en-US" dirty="0">
                <a:ln w="0"/>
                <a:solidFill>
                  <a:schemeClr val="tx1"/>
                </a:solidFill>
                <a:effectLst>
                  <a:outerShdw blurRad="38100" dist="19050" dir="2700000" algn="tl" rotWithShape="0">
                    <a:schemeClr val="dk1">
                      <a:alpha val="40000"/>
                    </a:schemeClr>
                  </a:outerShdw>
                </a:effectLst>
              </a:rPr>
              <a:t>Academic Year</a:t>
            </a:r>
            <a:r>
              <a:rPr lang="en-US" dirty="0"/>
              <a:t>: 2025–2026</a:t>
            </a:r>
          </a:p>
          <a:p>
            <a:pPr marL="0" indent="0">
              <a:buNone/>
            </a:pPr>
            <a:r>
              <a:rPr lang="en-US" dirty="0">
                <a:ln w="0"/>
                <a:solidFill>
                  <a:schemeClr val="tx1"/>
                </a:solidFill>
                <a:effectLst>
                  <a:outerShdw blurRad="38100" dist="19050" dir="2700000" algn="tl" rotWithShape="0">
                    <a:schemeClr val="dk1">
                      <a:alpha val="40000"/>
                    </a:schemeClr>
                  </a:outerShdw>
                </a:effectLst>
              </a:rPr>
              <a:t>DOMAIN: </a:t>
            </a:r>
            <a:r>
              <a:rPr lang="en-US" dirty="0"/>
              <a:t>Data Analytics &amp; Machine Learning</a:t>
            </a:r>
          </a:p>
          <a:p>
            <a:pPr marL="0" indent="0">
              <a:buNone/>
            </a:pPr>
            <a:r>
              <a:rPr lang="en-US" dirty="0">
                <a:ln w="0"/>
                <a:solidFill>
                  <a:schemeClr val="tx1"/>
                </a:solidFill>
                <a:effectLst>
                  <a:outerShdw blurRad="38100" dist="19050" dir="2700000" algn="tl" rotWithShape="0">
                    <a:schemeClr val="dk1">
                      <a:alpha val="40000"/>
                    </a:schemeClr>
                  </a:outerShdw>
                </a:effectLst>
              </a:rPr>
              <a:t>Guide</a:t>
            </a:r>
            <a:r>
              <a:rPr lang="en-US" dirty="0"/>
              <a:t>:MR.K.ANJANEYULU</a:t>
            </a:r>
          </a:p>
        </p:txBody>
      </p:sp>
      <p:graphicFrame>
        <p:nvGraphicFramePr>
          <p:cNvPr id="5" name="Table 4">
            <a:extLst>
              <a:ext uri="{FF2B5EF4-FFF2-40B4-BE49-F238E27FC236}">
                <a16:creationId xmlns:a16="http://schemas.microsoft.com/office/drawing/2014/main" id="{FAF117E9-1A12-582F-9015-04F2C2986F6E}"/>
              </a:ext>
            </a:extLst>
          </p:cNvPr>
          <p:cNvGraphicFramePr>
            <a:graphicFrameLocks noGrp="1"/>
          </p:cNvGraphicFramePr>
          <p:nvPr>
            <p:extLst>
              <p:ext uri="{D42A27DB-BD31-4B8C-83A1-F6EECF244321}">
                <p14:modId xmlns:p14="http://schemas.microsoft.com/office/powerpoint/2010/main" val="4164840672"/>
              </p:ext>
            </p:extLst>
          </p:nvPr>
        </p:nvGraphicFramePr>
        <p:xfrm>
          <a:off x="511628" y="4155441"/>
          <a:ext cx="6096000" cy="2225040"/>
        </p:xfrm>
        <a:graphic>
          <a:graphicData uri="http://schemas.openxmlformats.org/drawingml/2006/table">
            <a:tbl>
              <a:tblPr firstRow="1" bandRow="1">
                <a:tableStyleId>{5C22544A-7EE6-4342-B048-85BDC9FD1C3A}</a:tableStyleId>
              </a:tblPr>
              <a:tblGrid>
                <a:gridCol w="957943">
                  <a:extLst>
                    <a:ext uri="{9D8B030D-6E8A-4147-A177-3AD203B41FA5}">
                      <a16:colId xmlns:a16="http://schemas.microsoft.com/office/drawing/2014/main" val="3620430676"/>
                    </a:ext>
                  </a:extLst>
                </a:gridCol>
                <a:gridCol w="2111829">
                  <a:extLst>
                    <a:ext uri="{9D8B030D-6E8A-4147-A177-3AD203B41FA5}">
                      <a16:colId xmlns:a16="http://schemas.microsoft.com/office/drawing/2014/main" val="1664637986"/>
                    </a:ext>
                  </a:extLst>
                </a:gridCol>
                <a:gridCol w="3026228">
                  <a:extLst>
                    <a:ext uri="{9D8B030D-6E8A-4147-A177-3AD203B41FA5}">
                      <a16:colId xmlns:a16="http://schemas.microsoft.com/office/drawing/2014/main" val="860205621"/>
                    </a:ext>
                  </a:extLst>
                </a:gridCol>
              </a:tblGrid>
              <a:tr h="370840">
                <a:tc>
                  <a:txBody>
                    <a:bodyPr/>
                    <a:lstStyle/>
                    <a:p>
                      <a:r>
                        <a:rPr lang="en-US" dirty="0"/>
                        <a:t>S.NO</a:t>
                      </a:r>
                    </a:p>
                  </a:txBody>
                  <a:tcPr/>
                </a:tc>
                <a:tc>
                  <a:txBody>
                    <a:bodyPr/>
                    <a:lstStyle/>
                    <a:p>
                      <a:r>
                        <a:rPr lang="en-US" dirty="0"/>
                        <a:t>ROLL NUMBER</a:t>
                      </a:r>
                    </a:p>
                  </a:txBody>
                  <a:tcPr/>
                </a:tc>
                <a:tc>
                  <a:txBody>
                    <a:bodyPr/>
                    <a:lstStyle/>
                    <a:p>
                      <a:r>
                        <a:rPr lang="en-US" dirty="0"/>
                        <a:t>NAME</a:t>
                      </a:r>
                    </a:p>
                  </a:txBody>
                  <a:tcPr/>
                </a:tc>
                <a:extLst>
                  <a:ext uri="{0D108BD9-81ED-4DB2-BD59-A6C34878D82A}">
                    <a16:rowId xmlns:a16="http://schemas.microsoft.com/office/drawing/2014/main" val="248924371"/>
                  </a:ext>
                </a:extLst>
              </a:tr>
              <a:tr h="370840">
                <a:tc>
                  <a:txBody>
                    <a:bodyPr/>
                    <a:lstStyle/>
                    <a:p>
                      <a:r>
                        <a:rPr lang="en-US" dirty="0"/>
                        <a:t>1</a:t>
                      </a:r>
                    </a:p>
                  </a:txBody>
                  <a:tcPr/>
                </a:tc>
                <a:tc>
                  <a:txBody>
                    <a:bodyPr/>
                    <a:lstStyle/>
                    <a:p>
                      <a:r>
                        <a:rPr lang="en-US" dirty="0"/>
                        <a:t>22781A3324</a:t>
                      </a:r>
                    </a:p>
                  </a:txBody>
                  <a:tcPr/>
                </a:tc>
                <a:tc>
                  <a:txBody>
                    <a:bodyPr/>
                    <a:lstStyle/>
                    <a:p>
                      <a:r>
                        <a:rPr lang="en-US" dirty="0"/>
                        <a:t>B.PRAKASH REDDY</a:t>
                      </a:r>
                    </a:p>
                  </a:txBody>
                  <a:tcPr/>
                </a:tc>
                <a:extLst>
                  <a:ext uri="{0D108BD9-81ED-4DB2-BD59-A6C34878D82A}">
                    <a16:rowId xmlns:a16="http://schemas.microsoft.com/office/drawing/2014/main" val="1508942247"/>
                  </a:ext>
                </a:extLst>
              </a:tr>
              <a:tr h="370840">
                <a:tc>
                  <a:txBody>
                    <a:bodyPr/>
                    <a:lstStyle/>
                    <a:p>
                      <a:r>
                        <a:rPr lang="en-US" dirty="0"/>
                        <a:t>2</a:t>
                      </a:r>
                    </a:p>
                  </a:txBody>
                  <a:tcPr/>
                </a:tc>
                <a:tc>
                  <a:txBody>
                    <a:bodyPr/>
                    <a:lstStyle/>
                    <a:p>
                      <a:r>
                        <a:rPr lang="en-US" dirty="0"/>
                        <a:t>22781A3330</a:t>
                      </a:r>
                    </a:p>
                  </a:txBody>
                  <a:tcPr/>
                </a:tc>
                <a:tc>
                  <a:txBody>
                    <a:bodyPr/>
                    <a:lstStyle/>
                    <a:p>
                      <a:r>
                        <a:rPr lang="en-US" dirty="0"/>
                        <a:t>C.SAI PRAKASH REDDY</a:t>
                      </a:r>
                    </a:p>
                  </a:txBody>
                  <a:tcPr/>
                </a:tc>
                <a:extLst>
                  <a:ext uri="{0D108BD9-81ED-4DB2-BD59-A6C34878D82A}">
                    <a16:rowId xmlns:a16="http://schemas.microsoft.com/office/drawing/2014/main" val="1005866484"/>
                  </a:ext>
                </a:extLst>
              </a:tr>
              <a:tr h="370840">
                <a:tc>
                  <a:txBody>
                    <a:bodyPr/>
                    <a:lstStyle/>
                    <a:p>
                      <a:r>
                        <a:rPr lang="en-US" dirty="0"/>
                        <a:t>3</a:t>
                      </a:r>
                    </a:p>
                  </a:txBody>
                  <a:tcPr/>
                </a:tc>
                <a:tc>
                  <a:txBody>
                    <a:bodyPr/>
                    <a:lstStyle/>
                    <a:p>
                      <a:r>
                        <a:rPr lang="en-US" dirty="0"/>
                        <a:t>22781A3333</a:t>
                      </a:r>
                    </a:p>
                  </a:txBody>
                  <a:tcPr/>
                </a:tc>
                <a:tc>
                  <a:txBody>
                    <a:bodyPr/>
                    <a:lstStyle/>
                    <a:p>
                      <a:r>
                        <a:rPr lang="en-US" dirty="0"/>
                        <a:t>D.JAKEER</a:t>
                      </a:r>
                    </a:p>
                  </a:txBody>
                  <a:tcPr/>
                </a:tc>
                <a:extLst>
                  <a:ext uri="{0D108BD9-81ED-4DB2-BD59-A6C34878D82A}">
                    <a16:rowId xmlns:a16="http://schemas.microsoft.com/office/drawing/2014/main" val="175494030"/>
                  </a:ext>
                </a:extLst>
              </a:tr>
              <a:tr h="370840">
                <a:tc>
                  <a:txBody>
                    <a:bodyPr/>
                    <a:lstStyle/>
                    <a:p>
                      <a:r>
                        <a:rPr lang="en-US" dirty="0"/>
                        <a:t>4</a:t>
                      </a:r>
                    </a:p>
                  </a:txBody>
                  <a:tcPr/>
                </a:tc>
                <a:tc>
                  <a:txBody>
                    <a:bodyPr/>
                    <a:lstStyle/>
                    <a:p>
                      <a:r>
                        <a:rPr lang="en-US" dirty="0"/>
                        <a:t>22781A3334</a:t>
                      </a:r>
                    </a:p>
                  </a:txBody>
                  <a:tcPr/>
                </a:tc>
                <a:tc>
                  <a:txBody>
                    <a:bodyPr/>
                    <a:lstStyle/>
                    <a:p>
                      <a:r>
                        <a:rPr lang="en-US" dirty="0"/>
                        <a:t>DS.PRANAY KUMAR</a:t>
                      </a:r>
                    </a:p>
                  </a:txBody>
                  <a:tcPr/>
                </a:tc>
                <a:extLst>
                  <a:ext uri="{0D108BD9-81ED-4DB2-BD59-A6C34878D82A}">
                    <a16:rowId xmlns:a16="http://schemas.microsoft.com/office/drawing/2014/main" val="1265452876"/>
                  </a:ext>
                </a:extLst>
              </a:tr>
              <a:tr h="370840">
                <a:tc>
                  <a:txBody>
                    <a:bodyPr/>
                    <a:lstStyle/>
                    <a:p>
                      <a:r>
                        <a:rPr lang="en-US" dirty="0"/>
                        <a:t>5</a:t>
                      </a:r>
                    </a:p>
                  </a:txBody>
                  <a:tcPr/>
                </a:tc>
                <a:tc>
                  <a:txBody>
                    <a:bodyPr/>
                    <a:lstStyle/>
                    <a:p>
                      <a:r>
                        <a:rPr lang="en-US" dirty="0"/>
                        <a:t>22781A3361</a:t>
                      </a:r>
                    </a:p>
                  </a:txBody>
                  <a:tcPr/>
                </a:tc>
                <a:tc>
                  <a:txBody>
                    <a:bodyPr/>
                    <a:lstStyle/>
                    <a:p>
                      <a:r>
                        <a:rPr lang="en-US" dirty="0"/>
                        <a:t>K.SANTHOSH</a:t>
                      </a:r>
                    </a:p>
                  </a:txBody>
                  <a:tcPr/>
                </a:tc>
                <a:extLst>
                  <a:ext uri="{0D108BD9-81ED-4DB2-BD59-A6C34878D82A}">
                    <a16:rowId xmlns:a16="http://schemas.microsoft.com/office/drawing/2014/main" val="2491843110"/>
                  </a:ext>
                </a:extLst>
              </a:tr>
            </a:tbl>
          </a:graphicData>
        </a:graphic>
      </p:graphicFrame>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Abstract</a:t>
            </a:r>
          </a:p>
        </p:txBody>
      </p:sp>
      <p:sp>
        <p:nvSpPr>
          <p:cNvPr id="3" name="Content Placeholder 2"/>
          <p:cNvSpPr>
            <a:spLocks noGrp="1"/>
          </p:cNvSpPr>
          <p:nvPr>
            <p:ph idx="1"/>
          </p:nvPr>
        </p:nvSpPr>
        <p:spPr/>
        <p:txBody>
          <a:bodyPr>
            <a:normAutofit lnSpcReduction="10000"/>
          </a:bodyPr>
          <a:lstStyle/>
          <a:p>
            <a:r>
              <a:t>This project focuses on predicting the risk of loan repayment default using Logistic Regression, a supervised machine learning algorithm. Financial institutions face significant challenges in assessing borrower credibility. Traditional methods are time-consuming and may not accurately capture complex patterns in customer data. By applying data analytics and machine learning techniques, this system analyzes historical loan data to predict whether a borrower is likely to repay or default. The model uses customer attributes such as income, loan amount, credit history, and employment status. The proposed system helps banks reduce financial risk, improve decision-making, and ensure responsible lending.</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Introduction</a:t>
            </a:r>
          </a:p>
        </p:txBody>
      </p:sp>
      <p:sp>
        <p:nvSpPr>
          <p:cNvPr id="3" name="Content Placeholder 2"/>
          <p:cNvSpPr>
            <a:spLocks noGrp="1"/>
          </p:cNvSpPr>
          <p:nvPr>
            <p:ph idx="1"/>
          </p:nvPr>
        </p:nvSpPr>
        <p:spPr/>
        <p:txBody>
          <a:bodyPr/>
          <a:lstStyle/>
          <a:p>
            <a:r>
              <a:t>Loan repayment prediction is a critical task for financial institutions.</a:t>
            </a:r>
          </a:p>
          <a:p>
            <a:r>
              <a:t>Machine Learning enables automated and accurate risk assessment.</a:t>
            </a:r>
          </a:p>
          <a:p>
            <a:r>
              <a:t>Logistic Regression is suitable for binary classification problems.</a:t>
            </a:r>
          </a:p>
          <a:p>
            <a:r>
              <a:t>This project combines data analytics with ML to predict loan default risk.</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Motivation</a:t>
            </a:r>
          </a:p>
        </p:txBody>
      </p:sp>
      <p:sp>
        <p:nvSpPr>
          <p:cNvPr id="3" name="Content Placeholder 2"/>
          <p:cNvSpPr>
            <a:spLocks noGrp="1"/>
          </p:cNvSpPr>
          <p:nvPr>
            <p:ph idx="1"/>
          </p:nvPr>
        </p:nvSpPr>
        <p:spPr/>
        <p:txBody>
          <a:bodyPr/>
          <a:lstStyle/>
          <a:p>
            <a:r>
              <a:t>Increase accuracy in loan approval decisions.</a:t>
            </a:r>
          </a:p>
          <a:p>
            <a:r>
              <a:t>Reduce non-performing assets (NPA).</a:t>
            </a:r>
          </a:p>
          <a:p>
            <a:r>
              <a:t>Automate risk prediction using ML models.</a:t>
            </a:r>
          </a:p>
          <a:p>
            <a:r>
              <a:t>Gain practical exposure to data analytics and machine learning.</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Problem Statement</a:t>
            </a:r>
          </a:p>
        </p:txBody>
      </p:sp>
      <p:sp>
        <p:nvSpPr>
          <p:cNvPr id="3" name="Content Placeholder 2"/>
          <p:cNvSpPr>
            <a:spLocks noGrp="1"/>
          </p:cNvSpPr>
          <p:nvPr>
            <p:ph idx="1"/>
          </p:nvPr>
        </p:nvSpPr>
        <p:spPr/>
        <p:txBody>
          <a:bodyPr/>
          <a:lstStyle/>
          <a:p>
            <a:r>
              <a:t>Banks face difficulty in identifying risky borrowers.</a:t>
            </a:r>
          </a:p>
          <a:p>
            <a:r>
              <a:t>Manual evaluation is inefficient and error-prone.</a:t>
            </a:r>
          </a:p>
          <a:p>
            <a:r>
              <a:t>Existing systems lack predictive intelligence.</a:t>
            </a:r>
          </a:p>
          <a:p>
            <a:r>
              <a:t>There is a need for an automated loan risk prediction system.</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Objectives</a:t>
            </a:r>
          </a:p>
        </p:txBody>
      </p:sp>
      <p:sp>
        <p:nvSpPr>
          <p:cNvPr id="3" name="Content Placeholder 2"/>
          <p:cNvSpPr>
            <a:spLocks noGrp="1"/>
          </p:cNvSpPr>
          <p:nvPr>
            <p:ph idx="1"/>
          </p:nvPr>
        </p:nvSpPr>
        <p:spPr/>
        <p:txBody>
          <a:bodyPr/>
          <a:lstStyle/>
          <a:p>
            <a:r>
              <a:t>Analyze historical loan data.</a:t>
            </a:r>
          </a:p>
          <a:p>
            <a:r>
              <a:t>Build a Logistic Regression model.</a:t>
            </a:r>
          </a:p>
          <a:p>
            <a:r>
              <a:t>Predict loan repayment risk.</a:t>
            </a:r>
          </a:p>
          <a:p>
            <a:r>
              <a:t>Improve decision-making accuracy.</a:t>
            </a:r>
          </a:p>
          <a:p>
            <a:r>
              <a:t>Minimize financial losses.</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Literature Survey</a:t>
            </a:r>
          </a:p>
        </p:txBody>
      </p:sp>
      <p:sp>
        <p:nvSpPr>
          <p:cNvPr id="3" name="Content Placeholder 2"/>
          <p:cNvSpPr>
            <a:spLocks noGrp="1"/>
          </p:cNvSpPr>
          <p:nvPr>
            <p:ph idx="1"/>
          </p:nvPr>
        </p:nvSpPr>
        <p:spPr/>
        <p:txBody>
          <a:bodyPr/>
          <a:lstStyle/>
          <a:p>
            <a:r>
              <a:t>Previous studies used Decision Trees, Naive Bayes, and SVM.</a:t>
            </a:r>
          </a:p>
          <a:p>
            <a:r>
              <a:t>Machine learning improves prediction accuracy.</a:t>
            </a:r>
          </a:p>
          <a:p>
            <a:r>
              <a:t>Logistic Regression provides interpretability.</a:t>
            </a:r>
          </a:p>
          <a:p>
            <a:r>
              <a:t>Most systems lack real-time implementation.</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Proposed System</a:t>
            </a:r>
          </a:p>
        </p:txBody>
      </p:sp>
      <p:sp>
        <p:nvSpPr>
          <p:cNvPr id="3" name="Content Placeholder 2"/>
          <p:cNvSpPr>
            <a:spLocks noGrp="1"/>
          </p:cNvSpPr>
          <p:nvPr>
            <p:ph idx="1"/>
          </p:nvPr>
        </p:nvSpPr>
        <p:spPr/>
        <p:txBody>
          <a:bodyPr/>
          <a:lstStyle/>
          <a:p>
            <a:r>
              <a:t>Uses Logistic Regression for prediction.</a:t>
            </a:r>
          </a:p>
          <a:p>
            <a:r>
              <a:t>Data preprocessing and feature selection.</a:t>
            </a:r>
          </a:p>
          <a:p>
            <a:r>
              <a:t>Binary classification: Repay / Default.</a:t>
            </a:r>
          </a:p>
          <a:p>
            <a:r>
              <a:t>User-friendly and efficient system.</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System Architecture</a:t>
            </a:r>
          </a:p>
        </p:txBody>
      </p:sp>
      <p:sp>
        <p:nvSpPr>
          <p:cNvPr id="3" name="Content Placeholder 2"/>
          <p:cNvSpPr>
            <a:spLocks noGrp="1"/>
          </p:cNvSpPr>
          <p:nvPr>
            <p:ph idx="1"/>
          </p:nvPr>
        </p:nvSpPr>
        <p:spPr>
          <a:xfrm>
            <a:off x="1948543" y="1930400"/>
            <a:ext cx="6347714" cy="3880773"/>
          </a:xfrm>
        </p:spPr>
        <p:txBody>
          <a:bodyPr>
            <a:normAutofit/>
          </a:bodyPr>
          <a:lstStyle/>
          <a:p>
            <a:pPr marL="0" indent="0">
              <a:buNone/>
            </a:pPr>
            <a:r>
              <a:rPr dirty="0"/>
              <a:t>Input Data </a:t>
            </a:r>
            <a:endParaRPr lang="en-US" dirty="0"/>
          </a:p>
          <a:p>
            <a:pPr marL="0" indent="0">
              <a:buNone/>
            </a:pPr>
            <a:r>
              <a:rPr lang="en-US" dirty="0"/>
              <a:t>	↓</a:t>
            </a:r>
          </a:p>
          <a:p>
            <a:pPr marL="0" indent="0">
              <a:buNone/>
            </a:pPr>
            <a:r>
              <a:rPr dirty="0"/>
              <a:t>Data Preprocessing</a:t>
            </a:r>
            <a:endParaRPr lang="en-US" dirty="0"/>
          </a:p>
          <a:p>
            <a:pPr marL="0" indent="0">
              <a:buNone/>
            </a:pPr>
            <a:r>
              <a:rPr lang="en-US" dirty="0"/>
              <a:t>	↓</a:t>
            </a:r>
          </a:p>
          <a:p>
            <a:pPr marL="0" indent="0">
              <a:buNone/>
            </a:pPr>
            <a:r>
              <a:rPr dirty="0"/>
              <a:t>Feature Selection</a:t>
            </a:r>
            <a:endParaRPr lang="en-US" dirty="0"/>
          </a:p>
          <a:p>
            <a:pPr marL="0" indent="0">
              <a:buNone/>
            </a:pPr>
            <a:r>
              <a:rPr lang="en-US" dirty="0"/>
              <a:t>	↓</a:t>
            </a:r>
            <a:endParaRPr dirty="0"/>
          </a:p>
          <a:p>
            <a:pPr marL="0" indent="0">
              <a:buNone/>
            </a:pPr>
            <a:r>
              <a:rPr dirty="0"/>
              <a:t>Logistic Regression Model </a:t>
            </a:r>
            <a:endParaRPr lang="en-US" dirty="0"/>
          </a:p>
          <a:p>
            <a:pPr marL="0" indent="0">
              <a:buNone/>
            </a:pPr>
            <a:r>
              <a:rPr lang="en-US" dirty="0"/>
              <a:t>	↓</a:t>
            </a:r>
          </a:p>
          <a:p>
            <a:pPr marL="0" indent="0">
              <a:buNone/>
            </a:pPr>
            <a:r>
              <a:rPr dirty="0"/>
              <a:t> Risk Prediction Output</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Dataset Description</a:t>
            </a:r>
          </a:p>
        </p:txBody>
      </p:sp>
      <p:sp>
        <p:nvSpPr>
          <p:cNvPr id="3" name="Content Placeholder 2"/>
          <p:cNvSpPr>
            <a:spLocks noGrp="1"/>
          </p:cNvSpPr>
          <p:nvPr>
            <p:ph idx="1"/>
          </p:nvPr>
        </p:nvSpPr>
        <p:spPr/>
        <p:txBody>
          <a:bodyPr/>
          <a:lstStyle/>
          <a:p>
            <a:r>
              <a:t>Dataset contains borrower information.</a:t>
            </a:r>
          </a:p>
          <a:p>
            <a:r>
              <a:t>Attributes: Age, Income, Loan Amount, Credit History, Employment.</a:t>
            </a:r>
          </a:p>
          <a:p>
            <a:r>
              <a:t>Target variable: Loan Status (0 – Default, 1 – Repaid).</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Methodology</a:t>
            </a:r>
          </a:p>
        </p:txBody>
      </p:sp>
      <p:sp>
        <p:nvSpPr>
          <p:cNvPr id="3" name="Content Placeholder 2"/>
          <p:cNvSpPr>
            <a:spLocks noGrp="1"/>
          </p:cNvSpPr>
          <p:nvPr>
            <p:ph idx="1"/>
          </p:nvPr>
        </p:nvSpPr>
        <p:spPr/>
        <p:txBody>
          <a:bodyPr/>
          <a:lstStyle/>
          <a:p>
            <a:r>
              <a:t>Data Collection.</a:t>
            </a:r>
          </a:p>
          <a:p>
            <a:r>
              <a:t>Data Cleaning &amp; Preprocessing.</a:t>
            </a:r>
          </a:p>
          <a:p>
            <a:r>
              <a:t>Train-Test Split.</a:t>
            </a:r>
          </a:p>
          <a:p>
            <a:r>
              <a:t>Model Training.</a:t>
            </a:r>
          </a:p>
          <a:p>
            <a:r>
              <a:t>Prediction &amp; Evaluation.</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Logistic Regression Model</a:t>
            </a:r>
          </a:p>
        </p:txBody>
      </p:sp>
      <p:sp>
        <p:nvSpPr>
          <p:cNvPr id="3" name="Content Placeholder 2"/>
          <p:cNvSpPr>
            <a:spLocks noGrp="1"/>
          </p:cNvSpPr>
          <p:nvPr>
            <p:ph idx="1"/>
          </p:nvPr>
        </p:nvSpPr>
        <p:spPr/>
        <p:txBody>
          <a:bodyPr/>
          <a:lstStyle/>
          <a:p>
            <a:r>
              <a:t>Supervised learning algorithm.</a:t>
            </a:r>
          </a:p>
          <a:p>
            <a:r>
              <a:t>Used for binary classification.</a:t>
            </a:r>
          </a:p>
          <a:p>
            <a:r>
              <a:t>Uses sigmoid function.</a:t>
            </a:r>
          </a:p>
          <a:p>
            <a:r>
              <a:t>Outputs probability of repayment.</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Results</a:t>
            </a:r>
          </a:p>
        </p:txBody>
      </p:sp>
      <p:sp>
        <p:nvSpPr>
          <p:cNvPr id="3" name="Content Placeholder 2"/>
          <p:cNvSpPr>
            <a:spLocks noGrp="1"/>
          </p:cNvSpPr>
          <p:nvPr>
            <p:ph idx="1"/>
          </p:nvPr>
        </p:nvSpPr>
        <p:spPr/>
        <p:txBody>
          <a:bodyPr/>
          <a:lstStyle/>
          <a:p>
            <a:r>
              <a:t>Model successfully predicts loan risk.</a:t>
            </a:r>
          </a:p>
          <a:p>
            <a:r>
              <a:t>High accuracy achieved.</a:t>
            </a:r>
          </a:p>
          <a:p>
            <a:r>
              <a:t>Helps in identifying risky borrowers.</a:t>
            </a:r>
          </a:p>
          <a:p>
            <a:r>
              <a:t>Improves loan approval efficiency.</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Advantages</a:t>
            </a:r>
          </a:p>
        </p:txBody>
      </p:sp>
      <p:sp>
        <p:nvSpPr>
          <p:cNvPr id="3" name="Content Placeholder 2"/>
          <p:cNvSpPr>
            <a:spLocks noGrp="1"/>
          </p:cNvSpPr>
          <p:nvPr>
            <p:ph idx="1"/>
          </p:nvPr>
        </p:nvSpPr>
        <p:spPr/>
        <p:txBody>
          <a:bodyPr/>
          <a:lstStyle/>
          <a:p>
            <a:r>
              <a:t>Simple and efficient model.</a:t>
            </a:r>
          </a:p>
          <a:p>
            <a:r>
              <a:t>Easy to interpret.</a:t>
            </a:r>
          </a:p>
          <a:p>
            <a:r>
              <a:t>Cost-effective solution.</a:t>
            </a:r>
          </a:p>
          <a:p>
            <a:r>
              <a:t>Reduces loan default risk.</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 &amp; Future Scope</a:t>
            </a:r>
          </a:p>
        </p:txBody>
      </p:sp>
      <p:sp>
        <p:nvSpPr>
          <p:cNvPr id="3" name="Content Placeholder 2"/>
          <p:cNvSpPr>
            <a:spLocks noGrp="1"/>
          </p:cNvSpPr>
          <p:nvPr>
            <p:ph idx="1"/>
          </p:nvPr>
        </p:nvSpPr>
        <p:spPr/>
        <p:txBody>
          <a:bodyPr/>
          <a:lstStyle/>
          <a:p>
            <a:r>
              <a:t>Project demonstrates effective loan risk prediction.</a:t>
            </a:r>
          </a:p>
          <a:p>
            <a:r>
              <a:t>Logistic Regression performs well on structured data.</a:t>
            </a:r>
          </a:p>
          <a:p>
            <a:r>
              <a:t>Future scope includes using advanced ML models.</a:t>
            </a:r>
          </a:p>
          <a:p>
            <a:r>
              <a:t>Can be deployed as a real-time banking application.</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Facet</Template>
  <TotalTime>102</TotalTime>
  <Words>549</Words>
  <Application>Microsoft Office PowerPoint</Application>
  <PresentationFormat>On-screen Show (4:3)</PresentationFormat>
  <Paragraphs>98</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Aptos</vt:lpstr>
      <vt:lpstr>Arial</vt:lpstr>
      <vt:lpstr>Google Sans</vt:lpstr>
      <vt:lpstr>Trebuchet MS</vt:lpstr>
      <vt:lpstr>Wingdings 3</vt:lpstr>
      <vt:lpstr>Facet</vt:lpstr>
      <vt:lpstr>Loan Repayment Risk Prediction using Logistic Regression</vt:lpstr>
      <vt:lpstr>Abstract</vt:lpstr>
      <vt:lpstr>Introduction</vt:lpstr>
      <vt:lpstr>Motivation</vt:lpstr>
      <vt:lpstr>Problem Statement</vt:lpstr>
      <vt:lpstr>Objectives</vt:lpstr>
      <vt:lpstr>Literature Survey</vt:lpstr>
      <vt:lpstr>Proposed System</vt:lpstr>
      <vt:lpstr>System Architecture</vt:lpstr>
      <vt:lpstr>Dataset Description</vt:lpstr>
      <vt:lpstr>Methodology</vt:lpstr>
      <vt:lpstr>Logistic Regression Model</vt:lpstr>
      <vt:lpstr>Results</vt:lpstr>
      <vt:lpstr>Advantages</vt:lpstr>
      <vt:lpstr>Conclusion &amp; Future Scope</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santhosh kamatam</dc:creator>
  <cp:keywords/>
  <dc:description>generated using python-pptx</dc:description>
  <cp:lastModifiedBy>santhosh kamatam</cp:lastModifiedBy>
  <cp:revision>5</cp:revision>
  <dcterms:created xsi:type="dcterms:W3CDTF">2013-01-27T09:14:16Z</dcterms:created>
  <dcterms:modified xsi:type="dcterms:W3CDTF">2025-12-26T17:45:48Z</dcterms:modified>
  <cp:category/>
</cp:coreProperties>
</file>